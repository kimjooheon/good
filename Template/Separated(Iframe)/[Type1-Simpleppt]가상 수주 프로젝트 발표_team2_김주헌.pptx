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sldIdLst>
    <p:sldId id="256" r:id="rId2"/>
    <p:sldId id="258" r:id="rId3"/>
    <p:sldId id="259" r:id="rId4"/>
    <p:sldId id="265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2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2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59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41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94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94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0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43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15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2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8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689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413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077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91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518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0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192-3117-35BA-D714-74625B10E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dirty="0"/>
              <a:t>기획력 </a:t>
            </a:r>
            <a:r>
              <a:rPr lang="en-US" altLang="ko-KR" sz="2000" dirty="0"/>
              <a:t>+ </a:t>
            </a:r>
            <a:r>
              <a:rPr lang="ko-KR" altLang="en-US" sz="2000" dirty="0"/>
              <a:t>실무 감각 </a:t>
            </a:r>
            <a:r>
              <a:rPr lang="en-US" altLang="ko-KR" sz="2000" dirty="0"/>
              <a:t>+ </a:t>
            </a:r>
            <a:r>
              <a:rPr lang="ko-KR" altLang="en-US" sz="2000" dirty="0" err="1"/>
              <a:t>협업력</a:t>
            </a:r>
            <a:r>
              <a:rPr lang="ko-KR" altLang="en-US" sz="2000" dirty="0"/>
              <a:t> 성장 프로젝트</a:t>
            </a:r>
            <a:endParaRPr lang="en-US" altLang="ko-KR" sz="2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6000" b="1" dirty="0"/>
              <a:t>가상 용역 수주 프로젝트</a:t>
            </a:r>
            <a:endParaRPr lang="en-US" altLang="ko-KR" sz="6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Team2</a:t>
            </a: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수원시 홈페이지 통합회원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팀원</a:t>
            </a: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3600" b="1" kern="0" spc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- </a:t>
            </a: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김주헌</a:t>
            </a:r>
            <a:endParaRPr lang="en-US" altLang="ko-KR" sz="3600" b="1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즐겨찾기 기능 구현</a:t>
            </a:r>
            <a:endParaRPr lang="en-US" altLang="ko-KR" sz="20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A2B40-3441-A537-C983-61D0333E4786}"/>
              </a:ext>
            </a:extLst>
          </p:cNvPr>
          <p:cNvSpPr txBox="1"/>
          <p:nvPr/>
        </p:nvSpPr>
        <p:spPr>
          <a:xfrm>
            <a:off x="592456" y="571500"/>
            <a:ext cx="595797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3200" b="1" dirty="0"/>
              <a:t>문제 정의</a:t>
            </a:r>
            <a:endParaRPr lang="en-US" altLang="ko-KR" sz="3200" b="1" dirty="0"/>
          </a:p>
          <a:p>
            <a:pPr marL="457200" indent="-457200">
              <a:buAutoNum type="arabicPeriod"/>
            </a:pPr>
            <a:endParaRPr lang="ko-KR" altLang="en-US" sz="2000" b="1" dirty="0"/>
          </a:p>
          <a:p>
            <a:r>
              <a:rPr lang="ko-KR" altLang="en-US" sz="2000" b="1" dirty="0"/>
              <a:t>마이페이지 구조 혼란</a:t>
            </a:r>
            <a:endParaRPr lang="ko-KR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마이페이지에 동일한 이름의 목록이 </a:t>
            </a:r>
            <a:r>
              <a:rPr lang="en-US" altLang="ko-KR" sz="2000" dirty="0"/>
              <a:t>2</a:t>
            </a:r>
            <a:r>
              <a:rPr lang="ko-KR" altLang="en-US" sz="2000" dirty="0"/>
              <a:t>개 존재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하나는 </a:t>
            </a:r>
            <a:r>
              <a:rPr lang="ko-KR" altLang="en-US" sz="2000" dirty="0" err="1"/>
              <a:t>소개성</a:t>
            </a:r>
            <a:r>
              <a:rPr lang="ko-KR" altLang="en-US" sz="2000" dirty="0"/>
              <a:t> 페이지처럼 보이고</a:t>
            </a:r>
            <a:r>
              <a:rPr lang="en-US" altLang="ko-KR" sz="2000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다른 하나는 비밀번호 변경</a:t>
            </a:r>
            <a:r>
              <a:rPr lang="en-US" altLang="ko-KR" sz="2000" dirty="0"/>
              <a:t>, </a:t>
            </a:r>
            <a:r>
              <a:rPr lang="ko-KR" altLang="en-US" sz="2000" dirty="0"/>
              <a:t>로그아웃</a:t>
            </a:r>
            <a:r>
              <a:rPr lang="en-US" altLang="ko-KR" sz="2000" dirty="0"/>
              <a:t>, </a:t>
            </a:r>
            <a:r>
              <a:rPr lang="ko-KR" altLang="en-US" sz="2000" dirty="0"/>
              <a:t>회원탈퇴 등 </a:t>
            </a:r>
            <a:r>
              <a:rPr lang="ko-KR" altLang="en-US" sz="2000" b="1" dirty="0"/>
              <a:t>실제 개인 기능</a:t>
            </a:r>
            <a:r>
              <a:rPr lang="ko-KR" altLang="en-US" sz="2000" dirty="0"/>
              <a:t>이 포함된 페이지임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동일한 명칭으로 인해 사용자 혼란 발생</a:t>
            </a:r>
            <a:endParaRPr lang="en-US" altLang="ko-KR" sz="20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000" dirty="0"/>
          </a:p>
          <a:p>
            <a:r>
              <a:rPr lang="ko-KR" altLang="en-US" sz="2000" b="1" dirty="0"/>
              <a:t>민원 신청 과정의 불편함</a:t>
            </a:r>
            <a:endParaRPr lang="ko-KR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민원 신청서 작성 위치와 방법이 명확하게 안내되지 않음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사용자가 신청 경로를 찾기 어려움</a:t>
            </a:r>
            <a:endParaRPr lang="en-US" altLang="ko-KR" sz="20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2000" dirty="0"/>
          </a:p>
          <a:p>
            <a:r>
              <a:rPr lang="ko-KR" altLang="en-US" sz="2000" b="1" dirty="0"/>
              <a:t>본인인증 및 비회원 신청 문제</a:t>
            </a:r>
            <a:endParaRPr lang="ko-KR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민원 신청 시 본인인증이 필수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비회원은 민원 신청이 불가능한 구조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해당 문제는 팀장 </a:t>
            </a:r>
            <a:r>
              <a:rPr lang="ko-KR" altLang="en-US" sz="2000" b="1" dirty="0"/>
              <a:t>강민승</a:t>
            </a:r>
            <a:r>
              <a:rPr lang="ko-KR" altLang="en-US" sz="2000" dirty="0"/>
              <a:t>에게 전달 완료</a:t>
            </a:r>
          </a:p>
          <a:p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5CCD98-6C3A-4FEB-B03A-62B6874A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45" y="468358"/>
            <a:ext cx="5443983" cy="30637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F61B7D-801D-4041-B2C7-289AAF3F2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45" y="3429000"/>
            <a:ext cx="5443983" cy="273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CDB04-47B4-D379-B37C-CAF5890B6161}"/>
              </a:ext>
            </a:extLst>
          </p:cNvPr>
          <p:cNvSpPr txBox="1"/>
          <p:nvPr/>
        </p:nvSpPr>
        <p:spPr>
          <a:xfrm>
            <a:off x="326448" y="771984"/>
            <a:ext cx="655673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IA </a:t>
            </a:r>
            <a:r>
              <a:rPr lang="ko-KR" altLang="en-US" sz="3600" b="1" dirty="0"/>
              <a:t>구조</a:t>
            </a:r>
            <a:endParaRPr lang="en-US" altLang="ko-KR" sz="3600" dirty="0"/>
          </a:p>
          <a:p>
            <a:endParaRPr lang="en-US" altLang="ko-KR" sz="2000" dirty="0"/>
          </a:p>
          <a:p>
            <a:r>
              <a:rPr lang="ko-KR" altLang="en-US" sz="2400" dirty="0"/>
              <a:t>제 역할인 즐겨찾기 기능 구현을 </a:t>
            </a:r>
            <a:r>
              <a:rPr lang="en-US" altLang="ko-KR" sz="2400" dirty="0"/>
              <a:t>IA</a:t>
            </a:r>
            <a:r>
              <a:rPr lang="ko-KR" altLang="en-US" sz="2400" dirty="0"/>
              <a:t>로 먼저 작업해봤습니다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즐겨찾기 메뉴는 원래 모바일에만 있는데 사용자들이 </a:t>
            </a:r>
            <a:r>
              <a:rPr lang="en-US" altLang="ko-KR" sz="2400" dirty="0"/>
              <a:t>pc</a:t>
            </a:r>
            <a:r>
              <a:rPr lang="ko-KR" altLang="en-US" sz="2400" dirty="0"/>
              <a:t>에서도 편하게 하기위해 작업해봤습니다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/>
              <a:t>•</a:t>
            </a:r>
            <a:r>
              <a:rPr lang="ko-KR" altLang="en-US" sz="2400" dirty="0"/>
              <a:t>자주 사용하는 메뉴를 빠르게 접근할 수 있도록 즐겨찾기 기능 제공</a:t>
            </a:r>
            <a:endParaRPr lang="en-US" altLang="ko-KR" sz="2400" dirty="0"/>
          </a:p>
          <a:p>
            <a:r>
              <a:rPr lang="en-US" altLang="ko-KR" sz="2400" dirty="0"/>
              <a:t>• </a:t>
            </a:r>
            <a:r>
              <a:rPr lang="ko-KR" altLang="en-US" sz="2400" dirty="0"/>
              <a:t>사용자가 직접 메뉴를 선택 추가 수정 초기화 기능</a:t>
            </a:r>
            <a:endParaRPr lang="en-US" altLang="ko-KR" sz="2400" dirty="0"/>
          </a:p>
          <a:p>
            <a:r>
              <a:rPr lang="en-US" altLang="ko-KR" sz="2400" dirty="0"/>
              <a:t>• </a:t>
            </a:r>
            <a:r>
              <a:rPr lang="ko-KR" altLang="en-US" sz="2400" dirty="0"/>
              <a:t>저장 시 알림 팝업으로 결과를 명확하게 안내</a:t>
            </a:r>
            <a:endParaRPr lang="en-US" altLang="ko-KR" sz="2400" dirty="0"/>
          </a:p>
          <a:p>
            <a:r>
              <a:rPr lang="en-US" altLang="ko-KR" sz="2400" dirty="0"/>
              <a:t>• </a:t>
            </a:r>
            <a:r>
              <a:rPr lang="ko-KR" altLang="en-US" sz="2400" dirty="0"/>
              <a:t>마이페이지 사용 편의성 및 접근성 향상 기대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864E5F-47BD-4371-83B6-1EF6EEDA9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36"/>
          <a:stretch/>
        </p:blipFill>
        <p:spPr>
          <a:xfrm>
            <a:off x="6999565" y="884465"/>
            <a:ext cx="4621627" cy="5273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61F3-C025-4358-00A6-9D9274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4956F66-793A-4143-B8A1-2D9B7D9EA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060" y="129932"/>
            <a:ext cx="7774940" cy="3560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2C93A6-8F6D-9741-8300-155B336E38E2}"/>
              </a:ext>
            </a:extLst>
          </p:cNvPr>
          <p:cNvSpPr txBox="1"/>
          <p:nvPr/>
        </p:nvSpPr>
        <p:spPr>
          <a:xfrm>
            <a:off x="542581" y="1013068"/>
            <a:ext cx="50103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UI/UX </a:t>
            </a:r>
            <a:r>
              <a:rPr lang="ko-KR" altLang="en-US" sz="3600" b="1" dirty="0"/>
              <a:t>설계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2400" dirty="0"/>
              <a:t>즐겨찾기 메뉴는 모바일에만 있었는데</a:t>
            </a:r>
            <a:endParaRPr lang="en-US" altLang="ko-KR" sz="2400" dirty="0"/>
          </a:p>
          <a:p>
            <a:r>
              <a:rPr lang="ko-KR" altLang="en-US" sz="2400" dirty="0"/>
              <a:t>그것을 </a:t>
            </a:r>
            <a:r>
              <a:rPr lang="en-US" altLang="ko-KR" sz="2400" dirty="0"/>
              <a:t>pc</a:t>
            </a:r>
            <a:r>
              <a:rPr lang="ko-KR" altLang="en-US" sz="2400" dirty="0"/>
              <a:t>도 할 수 있게 설계를 해봤습니다</a:t>
            </a:r>
            <a:r>
              <a:rPr lang="en-US" altLang="ko-KR" sz="24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23D870-4394-4DB0-AA3B-930279A16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471" y="3111885"/>
            <a:ext cx="3785579" cy="361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B76C-D5C3-8E89-F6AF-4B85CC1D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BB9A8-C389-B82E-6757-0C1CAD3A672D}"/>
              </a:ext>
            </a:extLst>
          </p:cNvPr>
          <p:cNvSpPr txBox="1"/>
          <p:nvPr/>
        </p:nvSpPr>
        <p:spPr>
          <a:xfrm>
            <a:off x="592456" y="571500"/>
            <a:ext cx="11008994" cy="3863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7. </a:t>
            </a:r>
            <a:r>
              <a:rPr lang="ko-KR" altLang="en-US" sz="3600" b="1" dirty="0"/>
              <a:t>프로젝트 돌아보기 </a:t>
            </a:r>
            <a:endParaRPr lang="en-US" altLang="ko-KR" sz="3600" b="1" dirty="0"/>
          </a:p>
          <a:p>
            <a:endParaRPr lang="en-US" altLang="ko-KR" sz="3600" dirty="0"/>
          </a:p>
          <a:p>
            <a:r>
              <a:rPr lang="en-US" altLang="ko-KR" sz="3600" dirty="0"/>
              <a:t>- </a:t>
            </a:r>
            <a:r>
              <a:rPr lang="ko-KR" altLang="en-US" sz="3600" dirty="0"/>
              <a:t>나의 역할</a:t>
            </a:r>
            <a:r>
              <a:rPr lang="en-US" altLang="ko-KR" sz="3600" dirty="0"/>
              <a:t>, </a:t>
            </a:r>
            <a:r>
              <a:rPr lang="ko-KR" altLang="en-US" sz="3600" dirty="0"/>
              <a:t>팀과의 협업</a:t>
            </a:r>
            <a:r>
              <a:rPr lang="en-US" altLang="ko-KR" sz="3600" dirty="0"/>
              <a:t>, </a:t>
            </a:r>
            <a:r>
              <a:rPr lang="ko-KR" altLang="en-US" sz="3600" dirty="0"/>
              <a:t>배운 점</a:t>
            </a:r>
            <a:r>
              <a:rPr lang="en-US" altLang="ko-KR" sz="3600" dirty="0"/>
              <a:t>, </a:t>
            </a:r>
            <a:r>
              <a:rPr lang="ko-KR" altLang="en-US" sz="3600" dirty="0"/>
              <a:t>향후 개선점</a:t>
            </a:r>
            <a:endParaRPr lang="en-US" altLang="ko-KR" sz="3600" dirty="0"/>
          </a:p>
          <a:p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3600" b="1" dirty="0"/>
              <a:t>“나는 이번 프로젝트에서 </a:t>
            </a:r>
            <a:r>
              <a:rPr lang="ko-KR" altLang="en-US" sz="3600" b="1" u="sng" dirty="0"/>
              <a:t>  즐겨찾기 기능 구현을</a:t>
            </a:r>
            <a:br>
              <a:rPr lang="ko-KR" altLang="en-US" sz="3600" b="1" dirty="0"/>
            </a:br>
            <a:r>
              <a:rPr lang="ko-KR" altLang="en-US" sz="3600" b="1" dirty="0"/>
              <a:t>담당하여 </a:t>
            </a:r>
            <a:r>
              <a:rPr lang="en-US" altLang="ko-KR" sz="3600" b="1" u="sng" dirty="0"/>
              <a:t>pc</a:t>
            </a:r>
            <a:r>
              <a:rPr lang="ko-KR" altLang="en-US" sz="3600" b="1" u="sng" dirty="0"/>
              <a:t>사용자도 </a:t>
            </a:r>
            <a:r>
              <a:rPr lang="ko-KR" altLang="en-US" sz="3600" b="1" u="sng" dirty="0" err="1"/>
              <a:t>즐겨찾기를</a:t>
            </a:r>
            <a:r>
              <a:rPr lang="ko-KR" altLang="en-US" sz="3600" b="1" u="sng" dirty="0"/>
              <a:t> 활용할 수 있게</a:t>
            </a:r>
            <a:r>
              <a:rPr lang="ko-KR" altLang="en-US" sz="3600" b="1" dirty="0"/>
              <a:t> 했다”</a:t>
            </a:r>
          </a:p>
        </p:txBody>
      </p:sp>
    </p:spTree>
    <p:extLst>
      <p:ext uri="{BB962C8B-B14F-4D97-AF65-F5344CB8AC3E}">
        <p14:creationId xmlns:p14="http://schemas.microsoft.com/office/powerpoint/2010/main" val="8152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186</TotalTime>
  <Words>211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함초롬바탕</vt:lpstr>
      <vt:lpstr>Arial</vt:lpstr>
      <vt:lpstr>Arial Rounded MT Bold</vt:lpstr>
      <vt:lpstr>Trebuchet MS</vt:lpstr>
      <vt:lpstr>Wingdings 3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온다</dc:creator>
  <cp:lastModifiedBy>Administrator</cp:lastModifiedBy>
  <cp:revision>34</cp:revision>
  <dcterms:created xsi:type="dcterms:W3CDTF">2025-05-13T11:44:25Z</dcterms:created>
  <dcterms:modified xsi:type="dcterms:W3CDTF">2025-12-17T10:13:12Z</dcterms:modified>
  <cp:version/>
</cp:coreProperties>
</file>